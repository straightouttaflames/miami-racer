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9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200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46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982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10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3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025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76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0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5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99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997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4C2F9-61BC-4D8B-9680-271C9381225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765919C-7EE8-473E-B847-427055833FCD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43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7C38F-2FFC-F103-7E0C-CB2C6273E4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Miami racer</a:t>
            </a:r>
            <a:br>
              <a:rPr lang="en-US" dirty="0"/>
            </a:br>
            <a:r>
              <a:rPr lang="en-US" dirty="0"/>
              <a:t>2d </a:t>
            </a:r>
            <a:r>
              <a:rPr lang="ru-RU" dirty="0" err="1"/>
              <a:t>раннер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4DA025-763B-4358-782E-2D14D21BEF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Кузнецова </a:t>
            </a:r>
            <a:r>
              <a:rPr lang="ru-RU" dirty="0" err="1"/>
              <a:t>юлия</a:t>
            </a:r>
            <a:r>
              <a:rPr lang="ru-RU" dirty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406320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58AB2-4F74-B033-A17C-77BDEA4F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1752E1-CDBE-82F2-D99D-9F25C20FA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атмосферного </a:t>
            </a:r>
            <a:r>
              <a:rPr lang="ru-RU" dirty="0" err="1"/>
              <a:t>раннера</a:t>
            </a:r>
            <a:r>
              <a:rPr lang="ru-RU" dirty="0"/>
              <a:t> с футуристичным видом. </a:t>
            </a:r>
          </a:p>
          <a:p>
            <a:r>
              <a:rPr lang="ru-RU" dirty="0"/>
              <a:t>Игра создана для увеличения концентрации и развлечения.</a:t>
            </a:r>
          </a:p>
        </p:txBody>
      </p:sp>
    </p:spTree>
    <p:extLst>
      <p:ext uri="{BB962C8B-B14F-4D97-AF65-F5344CB8AC3E}">
        <p14:creationId xmlns:p14="http://schemas.microsoft.com/office/powerpoint/2010/main" val="2145591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A2A45-5D48-830E-E333-CF7B1B317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Примененные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63A423-8441-7B67-3B98-E531C005F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Стартовое окно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Финальное окно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Подсчет и вывод результатов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Спрайты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6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collide</a:t>
            </a:r>
            <a:endParaRPr lang="ru-RU" sz="6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Анимация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Система частиц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Звук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Физический движок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Хранение данных (</a:t>
            </a:r>
            <a:r>
              <a:rPr lang="ru-RU" sz="6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txt</a:t>
            </a: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, </a:t>
            </a:r>
            <a:r>
              <a:rPr lang="ru-RU" sz="6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csv</a:t>
            </a:r>
            <a:r>
              <a:rPr lang="ru-RU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или БД)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278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3D0C-2D4C-9DF7-8A89-82217DB6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и особенности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41E22-3824-2393-0A65-F9C879880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Разделение на ключевые классы:</a:t>
            </a:r>
          </a:p>
          <a:p>
            <a:r>
              <a:rPr lang="en-US" dirty="0"/>
              <a:t>Database – </a:t>
            </a:r>
            <a:r>
              <a:rPr lang="ru-RU" dirty="0"/>
              <a:t>база данных, куда записывается рекорд игрока и сохраняется.</a:t>
            </a:r>
          </a:p>
          <a:p>
            <a:r>
              <a:rPr lang="en-US" dirty="0"/>
              <a:t>Instruction – </a:t>
            </a:r>
            <a:r>
              <a:rPr lang="ru-RU" dirty="0"/>
              <a:t>окно с инструкцией к управлению.</a:t>
            </a:r>
          </a:p>
          <a:p>
            <a:r>
              <a:rPr lang="en-US" dirty="0" err="1"/>
              <a:t>MenuView</a:t>
            </a:r>
            <a:r>
              <a:rPr lang="en-US" dirty="0"/>
              <a:t> – </a:t>
            </a:r>
            <a:r>
              <a:rPr lang="ru-RU" dirty="0"/>
              <a:t>главное меню с многослойным фоном. Источник фона – </a:t>
            </a:r>
            <a:r>
              <a:rPr lang="en-US" dirty="0" err="1"/>
              <a:t>api.arcade.academy</a:t>
            </a:r>
            <a:r>
              <a:rPr lang="ru-RU" dirty="0"/>
              <a:t>.</a:t>
            </a:r>
          </a:p>
          <a:p>
            <a:r>
              <a:rPr lang="en-US" dirty="0"/>
              <a:t>Game – </a:t>
            </a:r>
            <a:r>
              <a:rPr lang="ru-RU" dirty="0"/>
              <a:t>центральный класс, управляющий игрой.</a:t>
            </a:r>
          </a:p>
        </p:txBody>
      </p:sp>
    </p:spTree>
    <p:extLst>
      <p:ext uri="{BB962C8B-B14F-4D97-AF65-F5344CB8AC3E}">
        <p14:creationId xmlns:p14="http://schemas.microsoft.com/office/powerpoint/2010/main" val="272805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55650-E1BA-879D-7AAC-0F8CB45C6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3BFF85-F328-2736-30EE-0E2B32B90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Разработана увлекательная аркадная игра с жанром </a:t>
            </a:r>
            <a:r>
              <a:rPr lang="ru-RU" dirty="0" err="1"/>
              <a:t>раннер</a:t>
            </a:r>
            <a:r>
              <a:rPr lang="ru-RU" dirty="0"/>
              <a:t>. Возможности для доработки:</a:t>
            </a:r>
          </a:p>
          <a:p>
            <a:r>
              <a:rPr lang="ru-RU" dirty="0"/>
              <a:t>Добавить другие машины вместо коробок, тем самым создавая трафик и более усложненную механику.</a:t>
            </a:r>
          </a:p>
          <a:p>
            <a:r>
              <a:rPr lang="ru-RU" dirty="0"/>
              <a:t>Добавить полицию, тем самым заставляя игрока напрячься и использовать рывок в полной мере. </a:t>
            </a:r>
          </a:p>
          <a:p>
            <a:r>
              <a:rPr lang="ru-RU" dirty="0"/>
              <a:t>Добавить саундтрек на фоне.</a:t>
            </a:r>
          </a:p>
        </p:txBody>
      </p:sp>
    </p:spTree>
    <p:extLst>
      <p:ext uri="{BB962C8B-B14F-4D97-AF65-F5344CB8AC3E}">
        <p14:creationId xmlns:p14="http://schemas.microsoft.com/office/powerpoint/2010/main" val="1169053475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</TotalTime>
  <Words>152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Галерея</vt:lpstr>
      <vt:lpstr>Miami racer 2d раннер</vt:lpstr>
      <vt:lpstr>Введение</vt:lpstr>
      <vt:lpstr>Примененные ТЕХНОЛОГИИ</vt:lpstr>
      <vt:lpstr>Структура и особенности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Юлия Пчёлкина</dc:creator>
  <cp:lastModifiedBy>Юлия Пчёлкина</cp:lastModifiedBy>
  <cp:revision>2</cp:revision>
  <dcterms:created xsi:type="dcterms:W3CDTF">2026-02-13T08:28:17Z</dcterms:created>
  <dcterms:modified xsi:type="dcterms:W3CDTF">2026-02-20T08:26:59Z</dcterms:modified>
</cp:coreProperties>
</file>